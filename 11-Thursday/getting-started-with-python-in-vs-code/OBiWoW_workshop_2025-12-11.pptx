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6" r:id="rId3"/>
    <p:sldId id="268" r:id="rId4"/>
    <p:sldId id="280" r:id="rId5"/>
    <p:sldId id="269" r:id="rId6"/>
    <p:sldId id="281" r:id="rId7"/>
    <p:sldId id="287" r:id="rId8"/>
    <p:sldId id="277" r:id="rId9"/>
    <p:sldId id="282" r:id="rId10"/>
    <p:sldId id="283" r:id="rId11"/>
    <p:sldId id="284" r:id="rId12"/>
    <p:sldId id="285" r:id="rId13"/>
    <p:sldId id="286" r:id="rId14"/>
    <p:sldId id="270" r:id="rId15"/>
    <p:sldId id="288" r:id="rId16"/>
    <p:sldId id="289" r:id="rId17"/>
    <p:sldId id="271" r:id="rId18"/>
    <p:sldId id="275" r:id="rId19"/>
    <p:sldId id="294" r:id="rId20"/>
    <p:sldId id="295" r:id="rId21"/>
    <p:sldId id="276" r:id="rId22"/>
    <p:sldId id="292" r:id="rId23"/>
    <p:sldId id="293" r:id="rId24"/>
    <p:sldId id="297" r:id="rId25"/>
    <p:sldId id="298" r:id="rId26"/>
    <p:sldId id="299" r:id="rId27"/>
    <p:sldId id="272" r:id="rId28"/>
    <p:sldId id="267" r:id="rId29"/>
    <p:sldId id="257" r:id="rId30"/>
    <p:sldId id="259" r:id="rId31"/>
    <p:sldId id="264" r:id="rId32"/>
    <p:sldId id="265" r:id="rId33"/>
    <p:sldId id="261" r:id="rId34"/>
    <p:sldId id="273" r:id="rId35"/>
    <p:sldId id="290" r:id="rId36"/>
    <p:sldId id="296" r:id="rId37"/>
    <p:sldId id="291" r:id="rId38"/>
    <p:sldId id="274" r:id="rId39"/>
    <p:sldId id="27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45C27-6B52-474C-8845-1C1B20030E9B}" v="1213" dt="2025-12-10T15:42:26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5" d="100"/>
          <a:sy n="95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dislav Hovan" userId="42116d4f-35e2-4079-8dcc-73905230e923" providerId="ADAL" clId="{5BF45C27-6B52-474C-8845-1C1B20030E9B}"/>
    <pc:docChg chg="custSel addSld delSld modSld sldOrd">
      <pc:chgData name="Ladislav Hovan" userId="42116d4f-35e2-4079-8dcc-73905230e923" providerId="ADAL" clId="{5BF45C27-6B52-474C-8845-1C1B20030E9B}" dt="2025-12-10T15:51:35.731" v="4104" actId="20577"/>
      <pc:docMkLst>
        <pc:docMk/>
      </pc:docMkLst>
      <pc:sldChg chg="modSp mod">
        <pc:chgData name="Ladislav Hovan" userId="42116d4f-35e2-4079-8dcc-73905230e923" providerId="ADAL" clId="{5BF45C27-6B52-474C-8845-1C1B20030E9B}" dt="2025-12-10T14:02:14.274" v="49" actId="20577"/>
        <pc:sldMkLst>
          <pc:docMk/>
          <pc:sldMk cId="1097661765" sldId="256"/>
        </pc:sldMkLst>
        <pc:spChg chg="mod">
          <ac:chgData name="Ladislav Hovan" userId="42116d4f-35e2-4079-8dcc-73905230e923" providerId="ADAL" clId="{5BF45C27-6B52-474C-8845-1C1B20030E9B}" dt="2025-12-10T14:01:57.506" v="39" actId="5793"/>
          <ac:spMkLst>
            <pc:docMk/>
            <pc:sldMk cId="1097661765" sldId="256"/>
            <ac:spMk id="2" creationId="{810B7DCB-8752-17FC-C48A-12EE303F0CDA}"/>
          </ac:spMkLst>
        </pc:spChg>
        <pc:spChg chg="mod">
          <ac:chgData name="Ladislav Hovan" userId="42116d4f-35e2-4079-8dcc-73905230e923" providerId="ADAL" clId="{5BF45C27-6B52-474C-8845-1C1B20030E9B}" dt="2025-12-10T14:02:14.274" v="49" actId="20577"/>
          <ac:spMkLst>
            <pc:docMk/>
            <pc:sldMk cId="1097661765" sldId="256"/>
            <ac:spMk id="3" creationId="{AED22E44-721C-F745-3955-5213580CD682}"/>
          </ac:spMkLst>
        </pc:spChg>
      </pc:sldChg>
      <pc:sldChg chg="del">
        <pc:chgData name="Ladislav Hovan" userId="42116d4f-35e2-4079-8dcc-73905230e923" providerId="ADAL" clId="{5BF45C27-6B52-474C-8845-1C1B20030E9B}" dt="2025-12-10T14:17:25.503" v="1145" actId="47"/>
        <pc:sldMkLst>
          <pc:docMk/>
          <pc:sldMk cId="2529625758" sldId="260"/>
        </pc:sldMkLst>
      </pc:sldChg>
      <pc:sldChg chg="modSp mod">
        <pc:chgData name="Ladislav Hovan" userId="42116d4f-35e2-4079-8dcc-73905230e923" providerId="ADAL" clId="{5BF45C27-6B52-474C-8845-1C1B20030E9B}" dt="2025-12-10T14:17:47.131" v="1147" actId="20577"/>
        <pc:sldMkLst>
          <pc:docMk/>
          <pc:sldMk cId="1945522628" sldId="261"/>
        </pc:sldMkLst>
        <pc:spChg chg="mod">
          <ac:chgData name="Ladislav Hovan" userId="42116d4f-35e2-4079-8dcc-73905230e923" providerId="ADAL" clId="{5BF45C27-6B52-474C-8845-1C1B20030E9B}" dt="2025-12-10T14:17:47.131" v="1147" actId="20577"/>
          <ac:spMkLst>
            <pc:docMk/>
            <pc:sldMk cId="1945522628" sldId="261"/>
            <ac:spMk id="4" creationId="{36C433DB-5497-272D-8E6B-AE2086A187E1}"/>
          </ac:spMkLst>
        </pc:spChg>
      </pc:sldChg>
      <pc:sldChg chg="del">
        <pc:chgData name="Ladislav Hovan" userId="42116d4f-35e2-4079-8dcc-73905230e923" providerId="ADAL" clId="{5BF45C27-6B52-474C-8845-1C1B20030E9B}" dt="2025-12-10T14:17:53.150" v="1148" actId="47"/>
        <pc:sldMkLst>
          <pc:docMk/>
          <pc:sldMk cId="2756893632" sldId="263"/>
        </pc:sldMkLst>
      </pc:sldChg>
      <pc:sldChg chg="modSp mod">
        <pc:chgData name="Ladislav Hovan" userId="42116d4f-35e2-4079-8dcc-73905230e923" providerId="ADAL" clId="{5BF45C27-6B52-474C-8845-1C1B20030E9B}" dt="2025-12-10T14:18:26.480" v="1149" actId="20577"/>
        <pc:sldMkLst>
          <pc:docMk/>
          <pc:sldMk cId="2832814035" sldId="265"/>
        </pc:sldMkLst>
        <pc:spChg chg="mod">
          <ac:chgData name="Ladislav Hovan" userId="42116d4f-35e2-4079-8dcc-73905230e923" providerId="ADAL" clId="{5BF45C27-6B52-474C-8845-1C1B20030E9B}" dt="2025-12-10T14:18:26.480" v="1149" actId="20577"/>
          <ac:spMkLst>
            <pc:docMk/>
            <pc:sldMk cId="2832814035" sldId="265"/>
            <ac:spMk id="2" creationId="{6EAB3341-C175-C66B-2802-7F0D97023DA2}"/>
          </ac:spMkLst>
        </pc:spChg>
      </pc:sldChg>
      <pc:sldChg chg="addSp delSp modSp new mod ord modClrScheme modAnim chgLayout">
        <pc:chgData name="Ladislav Hovan" userId="42116d4f-35e2-4079-8dcc-73905230e923" providerId="ADAL" clId="{5BF45C27-6B52-474C-8845-1C1B20030E9B}" dt="2025-12-10T14:49:10.746" v="1877" actId="5793"/>
        <pc:sldMkLst>
          <pc:docMk/>
          <pc:sldMk cId="3574713579" sldId="266"/>
        </pc:sldMkLst>
        <pc:spChg chg="mod ord">
          <ac:chgData name="Ladislav Hovan" userId="42116d4f-35e2-4079-8dcc-73905230e923" providerId="ADAL" clId="{5BF45C27-6B52-474C-8845-1C1B20030E9B}" dt="2025-12-10T14:03:12.277" v="97" actId="20577"/>
          <ac:spMkLst>
            <pc:docMk/>
            <pc:sldMk cId="3574713579" sldId="266"/>
            <ac:spMk id="2" creationId="{9075BD5F-BAA0-C918-8D81-5272A17ABAF2}"/>
          </ac:spMkLst>
        </pc:spChg>
        <pc:spChg chg="del mod ord">
          <ac:chgData name="Ladislav Hovan" userId="42116d4f-35e2-4079-8dcc-73905230e923" providerId="ADAL" clId="{5BF45C27-6B52-474C-8845-1C1B20030E9B}" dt="2025-12-10T14:03:08.171" v="88" actId="700"/>
          <ac:spMkLst>
            <pc:docMk/>
            <pc:sldMk cId="3574713579" sldId="266"/>
            <ac:spMk id="3" creationId="{F219C494-117B-6173-006B-7B27FB82D6B4}"/>
          </ac:spMkLst>
        </pc:spChg>
        <pc:spChg chg="add del mod ord">
          <ac:chgData name="Ladislav Hovan" userId="42116d4f-35e2-4079-8dcc-73905230e923" providerId="ADAL" clId="{5BF45C27-6B52-474C-8845-1C1B20030E9B}" dt="2025-12-10T14:07:39.568" v="419"/>
          <ac:spMkLst>
            <pc:docMk/>
            <pc:sldMk cId="3574713579" sldId="266"/>
            <ac:spMk id="4" creationId="{A6A7599B-5048-5C30-1836-0BF772246FB3}"/>
          </ac:spMkLst>
        </pc:spChg>
        <pc:spChg chg="add del mod ord">
          <ac:chgData name="Ladislav Hovan" userId="42116d4f-35e2-4079-8dcc-73905230e923" providerId="ADAL" clId="{5BF45C27-6B52-474C-8845-1C1B20030E9B}" dt="2025-12-10T14:03:28.240" v="98" actId="3680"/>
          <ac:spMkLst>
            <pc:docMk/>
            <pc:sldMk cId="3574713579" sldId="266"/>
            <ac:spMk id="5" creationId="{E2E743F7-AB97-3504-55CF-0346C38EE74B}"/>
          </ac:spMkLst>
        </pc:spChg>
        <pc:spChg chg="add mod">
          <ac:chgData name="Ladislav Hovan" userId="42116d4f-35e2-4079-8dcc-73905230e923" providerId="ADAL" clId="{5BF45C27-6B52-474C-8845-1C1B20030E9B}" dt="2025-12-10T14:49:10.746" v="1877" actId="5793"/>
          <ac:spMkLst>
            <pc:docMk/>
            <pc:sldMk cId="3574713579" sldId="266"/>
            <ac:spMk id="7" creationId="{149DD37F-6A5C-C090-1856-97C4C3AD046D}"/>
          </ac:spMkLst>
        </pc:spChg>
        <pc:graphicFrameChg chg="add mod ord modGraphic">
          <ac:chgData name="Ladislav Hovan" userId="42116d4f-35e2-4079-8dcc-73905230e923" providerId="ADAL" clId="{5BF45C27-6B52-474C-8845-1C1B20030E9B}" dt="2025-12-10T14:23:53.329" v="1424" actId="20577"/>
          <ac:graphicFrameMkLst>
            <pc:docMk/>
            <pc:sldMk cId="3574713579" sldId="266"/>
            <ac:graphicFrameMk id="6" creationId="{B66C9BE2-1867-EBAF-66B0-4690FFAF59BD}"/>
          </ac:graphicFrameMkLst>
        </pc:graphicFrameChg>
      </pc:sldChg>
      <pc:sldChg chg="addSp delSp modSp new mod ord modClrScheme chgLayout">
        <pc:chgData name="Ladislav Hovan" userId="42116d4f-35e2-4079-8dcc-73905230e923" providerId="ADAL" clId="{5BF45C27-6B52-474C-8845-1C1B20030E9B}" dt="2025-12-10T14:17:18.694" v="1144"/>
        <pc:sldMkLst>
          <pc:docMk/>
          <pc:sldMk cId="3926139208" sldId="267"/>
        </pc:sldMkLst>
        <pc:spChg chg="del mod ord">
          <ac:chgData name="Ladislav Hovan" userId="42116d4f-35e2-4079-8dcc-73905230e923" providerId="ADAL" clId="{5BF45C27-6B52-474C-8845-1C1B20030E9B}" dt="2025-12-10T14:17:10.058" v="1133" actId="700"/>
          <ac:spMkLst>
            <pc:docMk/>
            <pc:sldMk cId="3926139208" sldId="267"/>
            <ac:spMk id="2" creationId="{D24947F5-59FF-28E9-CB8E-964DBAB4C2E5}"/>
          </ac:spMkLst>
        </pc:spChg>
        <pc:spChg chg="del mod ord">
          <ac:chgData name="Ladislav Hovan" userId="42116d4f-35e2-4079-8dcc-73905230e923" providerId="ADAL" clId="{5BF45C27-6B52-474C-8845-1C1B20030E9B}" dt="2025-12-10T14:17:10.058" v="1133" actId="700"/>
          <ac:spMkLst>
            <pc:docMk/>
            <pc:sldMk cId="3926139208" sldId="267"/>
            <ac:spMk id="3" creationId="{2D68843A-785B-8111-D22D-82482099E85A}"/>
          </ac:spMkLst>
        </pc:spChg>
        <pc:spChg chg="add mod ord">
          <ac:chgData name="Ladislav Hovan" userId="42116d4f-35e2-4079-8dcc-73905230e923" providerId="ADAL" clId="{5BF45C27-6B52-474C-8845-1C1B20030E9B}" dt="2025-12-10T14:17:16.087" v="1142" actId="20577"/>
          <ac:spMkLst>
            <pc:docMk/>
            <pc:sldMk cId="3926139208" sldId="267"/>
            <ac:spMk id="4" creationId="{AAAEA8F8-42DB-9D6E-9F5A-BCB68672B0AD}"/>
          </ac:spMkLst>
        </pc:spChg>
        <pc:spChg chg="add mod ord">
          <ac:chgData name="Ladislav Hovan" userId="42116d4f-35e2-4079-8dcc-73905230e923" providerId="ADAL" clId="{5BF45C27-6B52-474C-8845-1C1B20030E9B}" dt="2025-12-10T14:17:10.058" v="1133" actId="700"/>
          <ac:spMkLst>
            <pc:docMk/>
            <pc:sldMk cId="3926139208" sldId="267"/>
            <ac:spMk id="5" creationId="{CD95CAEE-F3C6-62F5-8EA4-1770651EB278}"/>
          </ac:spMkLst>
        </pc:spChg>
      </pc:sldChg>
      <pc:sldChg chg="modSp add mod ord">
        <pc:chgData name="Ladislav Hovan" userId="42116d4f-35e2-4079-8dcc-73905230e923" providerId="ADAL" clId="{5BF45C27-6B52-474C-8845-1C1B20030E9B}" dt="2025-12-10T14:20:48.237" v="1237" actId="20577"/>
        <pc:sldMkLst>
          <pc:docMk/>
          <pc:sldMk cId="3534500751" sldId="268"/>
        </pc:sldMkLst>
        <pc:spChg chg="mod">
          <ac:chgData name="Ladislav Hovan" userId="42116d4f-35e2-4079-8dcc-73905230e923" providerId="ADAL" clId="{5BF45C27-6B52-474C-8845-1C1B20030E9B}" dt="2025-12-10T14:20:48.237" v="1237" actId="20577"/>
          <ac:spMkLst>
            <pc:docMk/>
            <pc:sldMk cId="3534500751" sldId="268"/>
            <ac:spMk id="4" creationId="{B32C47BA-E68E-0220-1D3F-E84316623127}"/>
          </ac:spMkLst>
        </pc:spChg>
      </pc:sldChg>
      <pc:sldChg chg="modSp add mod">
        <pc:chgData name="Ladislav Hovan" userId="42116d4f-35e2-4079-8dcc-73905230e923" providerId="ADAL" clId="{5BF45C27-6B52-474C-8845-1C1B20030E9B}" dt="2025-12-10T14:24:25.616" v="1452" actId="20577"/>
        <pc:sldMkLst>
          <pc:docMk/>
          <pc:sldMk cId="3268445136" sldId="269"/>
        </pc:sldMkLst>
        <pc:spChg chg="mod">
          <ac:chgData name="Ladislav Hovan" userId="42116d4f-35e2-4079-8dcc-73905230e923" providerId="ADAL" clId="{5BF45C27-6B52-474C-8845-1C1B20030E9B}" dt="2025-12-10T14:24:25.616" v="1452" actId="20577"/>
          <ac:spMkLst>
            <pc:docMk/>
            <pc:sldMk cId="3268445136" sldId="269"/>
            <ac:spMk id="4" creationId="{0FC89AF6-AFFF-BC3E-2DCF-386B8D9E14EE}"/>
          </ac:spMkLst>
        </pc:spChg>
      </pc:sldChg>
      <pc:sldChg chg="modSp add mod">
        <pc:chgData name="Ladislav Hovan" userId="42116d4f-35e2-4079-8dcc-73905230e923" providerId="ADAL" clId="{5BF45C27-6B52-474C-8845-1C1B20030E9B}" dt="2025-12-10T14:21:25.217" v="1287" actId="20577"/>
        <pc:sldMkLst>
          <pc:docMk/>
          <pc:sldMk cId="3389444688" sldId="270"/>
        </pc:sldMkLst>
        <pc:spChg chg="mod">
          <ac:chgData name="Ladislav Hovan" userId="42116d4f-35e2-4079-8dcc-73905230e923" providerId="ADAL" clId="{5BF45C27-6B52-474C-8845-1C1B20030E9B}" dt="2025-12-10T14:21:25.217" v="1287" actId="20577"/>
          <ac:spMkLst>
            <pc:docMk/>
            <pc:sldMk cId="3389444688" sldId="270"/>
            <ac:spMk id="4" creationId="{450258E2-44EE-9AE5-6C17-73725B2D41FB}"/>
          </ac:spMkLst>
        </pc:spChg>
      </pc:sldChg>
      <pc:sldChg chg="modSp add mod">
        <pc:chgData name="Ladislav Hovan" userId="42116d4f-35e2-4079-8dcc-73905230e923" providerId="ADAL" clId="{5BF45C27-6B52-474C-8845-1C1B20030E9B}" dt="2025-12-10T14:22:00.215" v="1299" actId="20577"/>
        <pc:sldMkLst>
          <pc:docMk/>
          <pc:sldMk cId="2353155070" sldId="271"/>
        </pc:sldMkLst>
        <pc:spChg chg="mod">
          <ac:chgData name="Ladislav Hovan" userId="42116d4f-35e2-4079-8dcc-73905230e923" providerId="ADAL" clId="{5BF45C27-6B52-474C-8845-1C1B20030E9B}" dt="2025-12-10T14:22:00.215" v="1299" actId="20577"/>
          <ac:spMkLst>
            <pc:docMk/>
            <pc:sldMk cId="2353155070" sldId="271"/>
            <ac:spMk id="4" creationId="{8271CB33-25EC-B1C1-DE6B-21CA04CA5983}"/>
          </ac:spMkLst>
        </pc:spChg>
      </pc:sldChg>
      <pc:sldChg chg="modSp add mod">
        <pc:chgData name="Ladislav Hovan" userId="42116d4f-35e2-4079-8dcc-73905230e923" providerId="ADAL" clId="{5BF45C27-6B52-474C-8845-1C1B20030E9B}" dt="2025-12-10T14:22:08.592" v="1306" actId="20577"/>
        <pc:sldMkLst>
          <pc:docMk/>
          <pc:sldMk cId="2965597451" sldId="272"/>
        </pc:sldMkLst>
        <pc:spChg chg="mod">
          <ac:chgData name="Ladislav Hovan" userId="42116d4f-35e2-4079-8dcc-73905230e923" providerId="ADAL" clId="{5BF45C27-6B52-474C-8845-1C1B20030E9B}" dt="2025-12-10T14:22:08.592" v="1306" actId="20577"/>
          <ac:spMkLst>
            <pc:docMk/>
            <pc:sldMk cId="2965597451" sldId="272"/>
            <ac:spMk id="4" creationId="{7E3FD716-6A7E-2930-B11B-FAABD5D0087A}"/>
          </ac:spMkLst>
        </pc:spChg>
      </pc:sldChg>
      <pc:sldChg chg="modSp add mod">
        <pc:chgData name="Ladislav Hovan" userId="42116d4f-35e2-4079-8dcc-73905230e923" providerId="ADAL" clId="{5BF45C27-6B52-474C-8845-1C1B20030E9B}" dt="2025-12-10T14:22:20.384" v="1326" actId="20577"/>
        <pc:sldMkLst>
          <pc:docMk/>
          <pc:sldMk cId="115690658" sldId="273"/>
        </pc:sldMkLst>
        <pc:spChg chg="mod">
          <ac:chgData name="Ladislav Hovan" userId="42116d4f-35e2-4079-8dcc-73905230e923" providerId="ADAL" clId="{5BF45C27-6B52-474C-8845-1C1B20030E9B}" dt="2025-12-10T14:22:20.384" v="1326" actId="20577"/>
          <ac:spMkLst>
            <pc:docMk/>
            <pc:sldMk cId="115690658" sldId="273"/>
            <ac:spMk id="4" creationId="{3EFC5EFF-2412-FF98-AF28-C49FBA66979F}"/>
          </ac:spMkLst>
        </pc:spChg>
      </pc:sldChg>
      <pc:sldChg chg="modSp add mod">
        <pc:chgData name="Ladislav Hovan" userId="42116d4f-35e2-4079-8dcc-73905230e923" providerId="ADAL" clId="{5BF45C27-6B52-474C-8845-1C1B20030E9B}" dt="2025-12-10T14:22:53.767" v="1349" actId="20577"/>
        <pc:sldMkLst>
          <pc:docMk/>
          <pc:sldMk cId="762031389" sldId="274"/>
        </pc:sldMkLst>
        <pc:spChg chg="mod">
          <ac:chgData name="Ladislav Hovan" userId="42116d4f-35e2-4079-8dcc-73905230e923" providerId="ADAL" clId="{5BF45C27-6B52-474C-8845-1C1B20030E9B}" dt="2025-12-10T14:22:53.767" v="1349" actId="20577"/>
          <ac:spMkLst>
            <pc:docMk/>
            <pc:sldMk cId="762031389" sldId="274"/>
            <ac:spMk id="4" creationId="{B4ABDF60-7D5A-044E-718B-BDCC9D299A3D}"/>
          </ac:spMkLst>
        </pc:spChg>
      </pc:sldChg>
      <pc:sldChg chg="modSp add mod">
        <pc:chgData name="Ladislav Hovan" userId="42116d4f-35e2-4079-8dcc-73905230e923" providerId="ADAL" clId="{5BF45C27-6B52-474C-8845-1C1B20030E9B}" dt="2025-12-10T14:23:27.105" v="1388" actId="20577"/>
        <pc:sldMkLst>
          <pc:docMk/>
          <pc:sldMk cId="3105329721" sldId="275"/>
        </pc:sldMkLst>
        <pc:spChg chg="mod">
          <ac:chgData name="Ladislav Hovan" userId="42116d4f-35e2-4079-8dcc-73905230e923" providerId="ADAL" clId="{5BF45C27-6B52-474C-8845-1C1B20030E9B}" dt="2025-12-10T14:23:27.105" v="1388" actId="20577"/>
          <ac:spMkLst>
            <pc:docMk/>
            <pc:sldMk cId="3105329721" sldId="275"/>
            <ac:spMk id="4" creationId="{C6CCE6B9-B897-DB9D-DDA4-A4E87626E47F}"/>
          </ac:spMkLst>
        </pc:spChg>
      </pc:sldChg>
      <pc:sldChg chg="modSp add mod">
        <pc:chgData name="Ladislav Hovan" userId="42116d4f-35e2-4079-8dcc-73905230e923" providerId="ADAL" clId="{5BF45C27-6B52-474C-8845-1C1B20030E9B}" dt="2025-12-10T14:23:34.781" v="1412" actId="20577"/>
        <pc:sldMkLst>
          <pc:docMk/>
          <pc:sldMk cId="336110700" sldId="276"/>
        </pc:sldMkLst>
        <pc:spChg chg="mod">
          <ac:chgData name="Ladislav Hovan" userId="42116d4f-35e2-4079-8dcc-73905230e923" providerId="ADAL" clId="{5BF45C27-6B52-474C-8845-1C1B20030E9B}" dt="2025-12-10T14:23:34.781" v="1412" actId="20577"/>
          <ac:spMkLst>
            <pc:docMk/>
            <pc:sldMk cId="336110700" sldId="276"/>
            <ac:spMk id="4" creationId="{854B8945-3508-4C6C-346D-12712E90F39A}"/>
          </ac:spMkLst>
        </pc:spChg>
      </pc:sldChg>
      <pc:sldChg chg="add">
        <pc:chgData name="Ladislav Hovan" userId="42116d4f-35e2-4079-8dcc-73905230e923" providerId="ADAL" clId="{5BF45C27-6B52-474C-8845-1C1B20030E9B}" dt="2025-12-10T14:24:18.529" v="1425"/>
        <pc:sldMkLst>
          <pc:docMk/>
          <pc:sldMk cId="3734595635" sldId="277"/>
        </pc:sldMkLst>
      </pc:sldChg>
      <pc:sldChg chg="new del">
        <pc:chgData name="Ladislav Hovan" userId="42116d4f-35e2-4079-8dcc-73905230e923" providerId="ADAL" clId="{5BF45C27-6B52-474C-8845-1C1B20030E9B}" dt="2025-12-10T14:29:39.479" v="1455" actId="47"/>
        <pc:sldMkLst>
          <pc:docMk/>
          <pc:sldMk cId="266783839" sldId="278"/>
        </pc:sldMkLst>
      </pc:sldChg>
      <pc:sldChg chg="addSp delSp modSp add mod">
        <pc:chgData name="Ladislav Hovan" userId="42116d4f-35e2-4079-8dcc-73905230e923" providerId="ADAL" clId="{5BF45C27-6B52-474C-8845-1C1B20030E9B}" dt="2025-12-10T14:34:34.493" v="1528" actId="1076"/>
        <pc:sldMkLst>
          <pc:docMk/>
          <pc:sldMk cId="3085201014" sldId="279"/>
        </pc:sldMkLst>
        <pc:spChg chg="mod">
          <ac:chgData name="Ladislav Hovan" userId="42116d4f-35e2-4079-8dcc-73905230e923" providerId="ADAL" clId="{5BF45C27-6B52-474C-8845-1C1B20030E9B}" dt="2025-12-10T14:29:50.521" v="1505" actId="20577"/>
          <ac:spMkLst>
            <pc:docMk/>
            <pc:sldMk cId="3085201014" sldId="279"/>
            <ac:spMk id="2" creationId="{D7354B86-45B6-CB09-C412-EF224866214F}"/>
          </ac:spMkLst>
        </pc:spChg>
        <pc:spChg chg="del">
          <ac:chgData name="Ladislav Hovan" userId="42116d4f-35e2-4079-8dcc-73905230e923" providerId="ADAL" clId="{5BF45C27-6B52-474C-8845-1C1B20030E9B}" dt="2025-12-10T14:29:55.879" v="1506" actId="478"/>
          <ac:spMkLst>
            <pc:docMk/>
            <pc:sldMk cId="3085201014" sldId="279"/>
            <ac:spMk id="3" creationId="{C588F3C9-692F-44BE-62E0-455A187D0530}"/>
          </ac:spMkLst>
        </pc:spChg>
        <pc:spChg chg="add del mod">
          <ac:chgData name="Ladislav Hovan" userId="42116d4f-35e2-4079-8dcc-73905230e923" providerId="ADAL" clId="{5BF45C27-6B52-474C-8845-1C1B20030E9B}" dt="2025-12-10T14:33:02.338" v="1508" actId="478"/>
          <ac:spMkLst>
            <pc:docMk/>
            <pc:sldMk cId="3085201014" sldId="279"/>
            <ac:spMk id="5" creationId="{5F7F2EEE-CE5E-C7FB-B1A3-5BAE334100BE}"/>
          </ac:spMkLst>
        </pc:spChg>
        <pc:spChg chg="add mod ord">
          <ac:chgData name="Ladislav Hovan" userId="42116d4f-35e2-4079-8dcc-73905230e923" providerId="ADAL" clId="{5BF45C27-6B52-474C-8845-1C1B20030E9B}" dt="2025-12-10T14:34:34.493" v="1528" actId="1076"/>
          <ac:spMkLst>
            <pc:docMk/>
            <pc:sldMk cId="3085201014" sldId="279"/>
            <ac:spMk id="6" creationId="{93405C71-C958-55D2-1DE3-6CD68610F7B8}"/>
          </ac:spMkLst>
        </pc:spChg>
        <pc:picChg chg="add mod modCrop">
          <ac:chgData name="Ladislav Hovan" userId="42116d4f-35e2-4079-8dcc-73905230e923" providerId="ADAL" clId="{5BF45C27-6B52-474C-8845-1C1B20030E9B}" dt="2025-12-10T14:34:28.439" v="1527" actId="1076"/>
          <ac:picMkLst>
            <pc:docMk/>
            <pc:sldMk cId="3085201014" sldId="279"/>
            <ac:picMk id="7" creationId="{5E77A2A5-E9A7-FC57-3835-8A8A98715283}"/>
          </ac:picMkLst>
        </pc:picChg>
      </pc:sldChg>
      <pc:sldChg chg="modSp add mod modAnim">
        <pc:chgData name="Ladislav Hovan" userId="42116d4f-35e2-4079-8dcc-73905230e923" providerId="ADAL" clId="{5BF45C27-6B52-474C-8845-1C1B20030E9B}" dt="2025-12-10T14:51:39.081" v="2179" actId="20577"/>
        <pc:sldMkLst>
          <pc:docMk/>
          <pc:sldMk cId="3319393015" sldId="280"/>
        </pc:sldMkLst>
        <pc:spChg chg="mod">
          <ac:chgData name="Ladislav Hovan" userId="42116d4f-35e2-4079-8dcc-73905230e923" providerId="ADAL" clId="{5BF45C27-6B52-474C-8845-1C1B20030E9B}" dt="2025-12-10T14:35:09.484" v="1548" actId="20577"/>
          <ac:spMkLst>
            <pc:docMk/>
            <pc:sldMk cId="3319393015" sldId="280"/>
            <ac:spMk id="2" creationId="{3AAF8F60-5610-4A97-CC16-4517FB36E88E}"/>
          </ac:spMkLst>
        </pc:spChg>
        <pc:spChg chg="mod">
          <ac:chgData name="Ladislav Hovan" userId="42116d4f-35e2-4079-8dcc-73905230e923" providerId="ADAL" clId="{5BF45C27-6B52-474C-8845-1C1B20030E9B}" dt="2025-12-10T14:51:39.081" v="2179" actId="20577"/>
          <ac:spMkLst>
            <pc:docMk/>
            <pc:sldMk cId="3319393015" sldId="280"/>
            <ac:spMk id="3" creationId="{99C16F28-2D2D-C004-E474-B27FBAB5DE86}"/>
          </ac:spMkLst>
        </pc:spChg>
      </pc:sldChg>
      <pc:sldChg chg="modSp add mod modAnim">
        <pc:chgData name="Ladislav Hovan" userId="42116d4f-35e2-4079-8dcc-73905230e923" providerId="ADAL" clId="{5BF45C27-6B52-474C-8845-1C1B20030E9B}" dt="2025-12-10T15:29:09.841" v="3181" actId="20577"/>
        <pc:sldMkLst>
          <pc:docMk/>
          <pc:sldMk cId="3589951337" sldId="281"/>
        </pc:sldMkLst>
        <pc:spChg chg="mod">
          <ac:chgData name="Ladislav Hovan" userId="42116d4f-35e2-4079-8dcc-73905230e923" providerId="ADAL" clId="{5BF45C27-6B52-474C-8845-1C1B20030E9B}" dt="2025-12-10T15:24:11.704" v="2522" actId="20577"/>
          <ac:spMkLst>
            <pc:docMk/>
            <pc:sldMk cId="3589951337" sldId="281"/>
            <ac:spMk id="2" creationId="{BD0177B3-5C43-FA5A-96D2-DC912E7128CF}"/>
          </ac:spMkLst>
        </pc:spChg>
        <pc:spChg chg="mod">
          <ac:chgData name="Ladislav Hovan" userId="42116d4f-35e2-4079-8dcc-73905230e923" providerId="ADAL" clId="{5BF45C27-6B52-474C-8845-1C1B20030E9B}" dt="2025-12-10T15:29:09.841" v="3181" actId="20577"/>
          <ac:spMkLst>
            <pc:docMk/>
            <pc:sldMk cId="3589951337" sldId="281"/>
            <ac:spMk id="3" creationId="{34269745-4B57-BD6A-5CEB-3A2138B4514D}"/>
          </ac:spMkLst>
        </pc:spChg>
      </pc:sldChg>
      <pc:sldChg chg="add modAnim">
        <pc:chgData name="Ladislav Hovan" userId="42116d4f-35e2-4079-8dcc-73905230e923" providerId="ADAL" clId="{5BF45C27-6B52-474C-8845-1C1B20030E9B}" dt="2025-12-10T14:56:09.806" v="2228"/>
        <pc:sldMkLst>
          <pc:docMk/>
          <pc:sldMk cId="2137427111" sldId="282"/>
        </pc:sldMkLst>
      </pc:sldChg>
      <pc:sldChg chg="modSp add modAnim">
        <pc:chgData name="Ladislav Hovan" userId="42116d4f-35e2-4079-8dcc-73905230e923" providerId="ADAL" clId="{5BF45C27-6B52-474C-8845-1C1B20030E9B}" dt="2025-12-10T14:57:37.791" v="2241" actId="20577"/>
        <pc:sldMkLst>
          <pc:docMk/>
          <pc:sldMk cId="2164034081" sldId="283"/>
        </pc:sldMkLst>
        <pc:spChg chg="mod">
          <ac:chgData name="Ladislav Hovan" userId="42116d4f-35e2-4079-8dcc-73905230e923" providerId="ADAL" clId="{5BF45C27-6B52-474C-8845-1C1B20030E9B}" dt="2025-12-10T14:57:37.791" v="2241" actId="20577"/>
          <ac:spMkLst>
            <pc:docMk/>
            <pc:sldMk cId="2164034081" sldId="283"/>
            <ac:spMk id="2" creationId="{EFD9412A-C3CE-E28A-6D39-5CA4DAF9D1C5}"/>
          </ac:spMkLst>
        </pc:spChg>
      </pc:sldChg>
      <pc:sldChg chg="modSp add modAnim">
        <pc:chgData name="Ladislav Hovan" userId="42116d4f-35e2-4079-8dcc-73905230e923" providerId="ADAL" clId="{5BF45C27-6B52-474C-8845-1C1B20030E9B}" dt="2025-12-10T14:57:44.787" v="2248" actId="20577"/>
        <pc:sldMkLst>
          <pc:docMk/>
          <pc:sldMk cId="61263056" sldId="284"/>
        </pc:sldMkLst>
        <pc:spChg chg="mod">
          <ac:chgData name="Ladislav Hovan" userId="42116d4f-35e2-4079-8dcc-73905230e923" providerId="ADAL" clId="{5BF45C27-6B52-474C-8845-1C1B20030E9B}" dt="2025-12-10T14:57:44.787" v="2248" actId="20577"/>
          <ac:spMkLst>
            <pc:docMk/>
            <pc:sldMk cId="61263056" sldId="284"/>
            <ac:spMk id="2" creationId="{C91CFF20-BA37-DC88-2698-CEF30FD51FB0}"/>
          </ac:spMkLst>
        </pc:spChg>
      </pc:sldChg>
      <pc:sldChg chg="modSp add modAnim">
        <pc:chgData name="Ladislav Hovan" userId="42116d4f-35e2-4079-8dcc-73905230e923" providerId="ADAL" clId="{5BF45C27-6B52-474C-8845-1C1B20030E9B}" dt="2025-12-10T14:57:49.578" v="2255" actId="20577"/>
        <pc:sldMkLst>
          <pc:docMk/>
          <pc:sldMk cId="1167756883" sldId="285"/>
        </pc:sldMkLst>
        <pc:spChg chg="mod">
          <ac:chgData name="Ladislav Hovan" userId="42116d4f-35e2-4079-8dcc-73905230e923" providerId="ADAL" clId="{5BF45C27-6B52-474C-8845-1C1B20030E9B}" dt="2025-12-10T14:57:49.578" v="2255" actId="20577"/>
          <ac:spMkLst>
            <pc:docMk/>
            <pc:sldMk cId="1167756883" sldId="285"/>
            <ac:spMk id="2" creationId="{61327707-D144-1F53-1846-B051615B8259}"/>
          </ac:spMkLst>
        </pc:spChg>
      </pc:sldChg>
      <pc:sldChg chg="modSp add mod">
        <pc:chgData name="Ladislav Hovan" userId="42116d4f-35e2-4079-8dcc-73905230e923" providerId="ADAL" clId="{5BF45C27-6B52-474C-8845-1C1B20030E9B}" dt="2025-12-10T15:37:52.060" v="3470" actId="20577"/>
        <pc:sldMkLst>
          <pc:docMk/>
          <pc:sldMk cId="369682056" sldId="286"/>
        </pc:sldMkLst>
        <pc:spChg chg="mod">
          <ac:chgData name="Ladislav Hovan" userId="42116d4f-35e2-4079-8dcc-73905230e923" providerId="ADAL" clId="{5BF45C27-6B52-474C-8845-1C1B20030E9B}" dt="2025-12-10T14:58:29.535" v="2293" actId="20577"/>
          <ac:spMkLst>
            <pc:docMk/>
            <pc:sldMk cId="369682056" sldId="286"/>
            <ac:spMk id="2" creationId="{EDF2B0B7-CC23-1D6A-F3E1-A408038C416F}"/>
          </ac:spMkLst>
        </pc:spChg>
        <pc:spChg chg="mod">
          <ac:chgData name="Ladislav Hovan" userId="42116d4f-35e2-4079-8dcc-73905230e923" providerId="ADAL" clId="{5BF45C27-6B52-474C-8845-1C1B20030E9B}" dt="2025-12-10T15:37:52.060" v="3470" actId="20577"/>
          <ac:spMkLst>
            <pc:docMk/>
            <pc:sldMk cId="369682056" sldId="286"/>
            <ac:spMk id="8" creationId="{FAF8C733-5D61-C1C0-16D5-9ABB00D3F68F}"/>
          </ac:spMkLst>
        </pc:spChg>
      </pc:sldChg>
      <pc:sldChg chg="modSp add mod">
        <pc:chgData name="Ladislav Hovan" userId="42116d4f-35e2-4079-8dcc-73905230e923" providerId="ADAL" clId="{5BF45C27-6B52-474C-8845-1C1B20030E9B}" dt="2025-12-10T15:35:59.583" v="3468" actId="20577"/>
        <pc:sldMkLst>
          <pc:docMk/>
          <pc:sldMk cId="377396283" sldId="287"/>
        </pc:sldMkLst>
        <pc:spChg chg="mod">
          <ac:chgData name="Ladislav Hovan" userId="42116d4f-35e2-4079-8dcc-73905230e923" providerId="ADAL" clId="{5BF45C27-6B52-474C-8845-1C1B20030E9B}" dt="2025-12-10T15:25:34.079" v="2685" actId="20577"/>
          <ac:spMkLst>
            <pc:docMk/>
            <pc:sldMk cId="377396283" sldId="287"/>
            <ac:spMk id="2" creationId="{EC617843-0432-04BD-7D02-4B3E114F58B1}"/>
          </ac:spMkLst>
        </pc:spChg>
        <pc:spChg chg="mod">
          <ac:chgData name="Ladislav Hovan" userId="42116d4f-35e2-4079-8dcc-73905230e923" providerId="ADAL" clId="{5BF45C27-6B52-474C-8845-1C1B20030E9B}" dt="2025-12-10T15:35:59.583" v="3468" actId="20577"/>
          <ac:spMkLst>
            <pc:docMk/>
            <pc:sldMk cId="377396283" sldId="287"/>
            <ac:spMk id="3" creationId="{23FBA60C-D223-80B1-D44D-E727DED68517}"/>
          </ac:spMkLst>
        </pc:spChg>
      </pc:sldChg>
      <pc:sldChg chg="modSp add mod">
        <pc:chgData name="Ladislav Hovan" userId="42116d4f-35e2-4079-8dcc-73905230e923" providerId="ADAL" clId="{5BF45C27-6B52-474C-8845-1C1B20030E9B}" dt="2025-12-10T15:42:07.935" v="4101" actId="20577"/>
        <pc:sldMkLst>
          <pc:docMk/>
          <pc:sldMk cId="3689972813" sldId="288"/>
        </pc:sldMkLst>
        <pc:spChg chg="mod">
          <ac:chgData name="Ladislav Hovan" userId="42116d4f-35e2-4079-8dcc-73905230e923" providerId="ADAL" clId="{5BF45C27-6B52-474C-8845-1C1B20030E9B}" dt="2025-12-10T15:38:13" v="3508" actId="20577"/>
          <ac:spMkLst>
            <pc:docMk/>
            <pc:sldMk cId="3689972813" sldId="288"/>
            <ac:spMk id="2" creationId="{156B6709-F303-FB1D-C47F-B87055104738}"/>
          </ac:spMkLst>
        </pc:spChg>
        <pc:spChg chg="mod">
          <ac:chgData name="Ladislav Hovan" userId="42116d4f-35e2-4079-8dcc-73905230e923" providerId="ADAL" clId="{5BF45C27-6B52-474C-8845-1C1B20030E9B}" dt="2025-12-10T15:42:07.935" v="4101" actId="20577"/>
          <ac:spMkLst>
            <pc:docMk/>
            <pc:sldMk cId="3689972813" sldId="288"/>
            <ac:spMk id="8" creationId="{13D67989-231D-5FAC-B115-D1E02E91A4BF}"/>
          </ac:spMkLst>
        </pc:spChg>
      </pc:sldChg>
      <pc:sldChg chg="modSp add mod">
        <pc:chgData name="Ladislav Hovan" userId="42116d4f-35e2-4079-8dcc-73905230e923" providerId="ADAL" clId="{5BF45C27-6B52-474C-8845-1C1B20030E9B}" dt="2025-12-10T15:51:35.731" v="4104" actId="20577"/>
        <pc:sldMkLst>
          <pc:docMk/>
          <pc:sldMk cId="2436497418" sldId="289"/>
        </pc:sldMkLst>
        <pc:spChg chg="mod">
          <ac:chgData name="Ladislav Hovan" userId="42116d4f-35e2-4079-8dcc-73905230e923" providerId="ADAL" clId="{5BF45C27-6B52-474C-8845-1C1B20030E9B}" dt="2025-12-10T15:42:31.839" v="4103" actId="20577"/>
          <ac:spMkLst>
            <pc:docMk/>
            <pc:sldMk cId="2436497418" sldId="289"/>
            <ac:spMk id="2" creationId="{147698BC-2BED-F13C-731F-AE331F4A37D0}"/>
          </ac:spMkLst>
        </pc:spChg>
        <pc:spChg chg="mod">
          <ac:chgData name="Ladislav Hovan" userId="42116d4f-35e2-4079-8dcc-73905230e923" providerId="ADAL" clId="{5BF45C27-6B52-474C-8845-1C1B20030E9B}" dt="2025-12-10T15:51:35.731" v="4104" actId="20577"/>
          <ac:spMkLst>
            <pc:docMk/>
            <pc:sldMk cId="2436497418" sldId="289"/>
            <ac:spMk id="8" creationId="{3C52A61B-F342-BB30-0607-468BE4BF06F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089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34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8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2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8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8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96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5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94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90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A32FA50-9AE9-4D85-979B-AFF41049CC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3885250-9283-449D-86FB-4705BA9E2DD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95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BIWOW/OBiWoW-2025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github.com/kuijjerlab/sponge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7DCB-8752-17FC-C48A-12EE303F0C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Getting started with Python in VS Code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22E44-721C-F745-3955-5213580CD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OBiWoW</a:t>
            </a:r>
            <a:r>
              <a:rPr lang="en-GB" dirty="0"/>
              <a:t>	11.12.2025</a:t>
            </a:r>
          </a:p>
          <a:p>
            <a:r>
              <a:rPr lang="en-GB" dirty="0"/>
              <a:t>Ladislav Hovan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661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BD5F-BAA0-C918-8D81-5272A17A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Welcome to the workshop!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66C9BE2-1867-EBAF-66B0-4690FFAF59B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93509787"/>
              </p:ext>
            </p:extLst>
          </p:nvPr>
        </p:nvGraphicFramePr>
        <p:xfrm>
          <a:off x="6218556" y="1798137"/>
          <a:ext cx="4937124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673">
                  <a:extLst>
                    <a:ext uri="{9D8B030D-6E8A-4147-A177-3AD203B41FA5}">
                      <a16:colId xmlns:a16="http://schemas.microsoft.com/office/drawing/2014/main" val="1502356934"/>
                    </a:ext>
                  </a:extLst>
                </a:gridCol>
                <a:gridCol w="3569451">
                  <a:extLst>
                    <a:ext uri="{9D8B030D-6E8A-4147-A177-3AD203B41FA5}">
                      <a16:colId xmlns:a16="http://schemas.microsoft.com/office/drawing/2014/main" val="2536128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910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9:00-9:15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Intro +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61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9:15-9:30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Basics of files and folders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1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9:30-9:45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Python environments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701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9:45-10:00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Jupyter</a:t>
                      </a:r>
                      <a:r>
                        <a:rPr lang="en-GB" dirty="0"/>
                        <a:t> notebooks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09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10:00-10:15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Break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337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10:15-10:30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Using other peoples’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82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10:30-11:00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Version control with 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78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11:00-11:15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Break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703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11:15-11:30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Debugging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65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11:30-11:45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Remote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608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11:45-12:00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Your questions +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955577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9DD37F-6A5C-C090-1856-97C4C3AD0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6963" y="1846263"/>
            <a:ext cx="4938712" cy="4022725"/>
          </a:xfrm>
        </p:spPr>
        <p:txBody>
          <a:bodyPr>
            <a:normAutofit/>
          </a:bodyPr>
          <a:lstStyle/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Thank you for coming to my workshop!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000" dirty="0"/>
              <a:t>Let me make a note of how many people have come because the organizers want me to </a:t>
            </a:r>
            <a:r>
              <a:rPr lang="en-GB" sz="2000" dirty="0">
                <a:sym typeface="Wingdings" panose="05000000000000000000" pitchFamily="2" charset="2"/>
              </a:rPr>
              <a:t></a:t>
            </a:r>
            <a:endParaRPr lang="en-GB" sz="2000" dirty="0"/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Disclaimer: This workshop is completely new, any feedback is greatly appreciated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This is supposed to be for beginners, but I may have gotten the difficulty wrong – please let me know if something is unclear!</a:t>
            </a:r>
            <a:endParaRPr lang="en-GB" sz="2000" dirty="0"/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US" dirty="0"/>
              <a:t>What do you want to gain from this workshop?</a:t>
            </a:r>
            <a:endParaRPr lang="en-US" sz="20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1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BC05-C1E0-95B3-5804-82F986223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2C47BA-E68E-0220-1D3F-E8431662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D48B0-40C5-CB53-D4D3-5ABE1C2F3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4500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6B20-BB91-DF09-73DE-D85AD836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8F60-5610-4A97-CC16-4517FB36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16F28-2D2D-C004-E474-B27FBAB5D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Information on GitHub: </a:t>
            </a:r>
            <a:r>
              <a:rPr lang="en-GB" dirty="0">
                <a:hlinkClick r:id="rId2"/>
              </a:rPr>
              <a:t>https://github.com/OBIWOW/OBiWoW-2025</a:t>
            </a:r>
            <a:endParaRPr lang="en-GB" dirty="0"/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VS Code installed (and working </a:t>
            </a:r>
            <a:r>
              <a:rPr lang="en-GB" dirty="0">
                <a:sym typeface="Wingdings" panose="05000000000000000000" pitchFamily="2" charset="2"/>
              </a:rPr>
              <a:t>)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My setup is VS Code on Windows, development done in WSL</a:t>
            </a:r>
            <a:endParaRPr lang="en-GB" dirty="0"/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Some version of conda installed</a:t>
            </a:r>
            <a:endParaRPr lang="en-GB" sz="2000" dirty="0"/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US" sz="2000" dirty="0"/>
              <a:t>Let’s install some extensions for VS Code: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dirty="0" err="1"/>
              <a:t>Jupyter</a:t>
            </a:r>
            <a:endParaRPr lang="en-US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dirty="0"/>
              <a:t>Remote development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US" dirty="0"/>
              <a:t>There are MANY other extensions, you will probably figure out what’s useful for you later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E93D5-252F-1FF5-A4CA-B66D1BAD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C89AF6-AFFF-BC3E-2DCF-386B8D9E1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Basics of files and folders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51F920-457D-006A-FBDE-1E1146348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844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A3785-7A93-94C9-BD60-CD17A67A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177B3-5C43-FA5A-96D2-DC912E71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69745-4B57-BD6A-5CEB-3A2138B45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You are normally greeted by a Welcome page with lots of options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On the left side, one of the tabs is the Explorer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If you have a folder opened, this will show all the files there and work just like the file explorer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You can open individual files without specifying a folder, but this is mostly for quick checking – for any development, I highly recommend putting all your work in a folder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Even better if that folder is a git repository (we’ll get to that later) </a:t>
            </a:r>
            <a:r>
              <a:rPr lang="en-GB" sz="2400" dirty="0">
                <a:sym typeface="Wingdings" panose="05000000000000000000" pitchFamily="2" charset="2"/>
              </a:rPr>
              <a:t></a:t>
            </a:r>
            <a:endParaRPr lang="en-US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951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C1C6-2F2D-156E-E166-D66E589A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7843-0432-04BD-7D02-4B3E114F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exercises to 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A60C-D223-80B1-D44D-E727DED68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Start from the Welcome tab or use the tabs on the left (feel free to try both)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1. Open any folder on your PC in VS Code (feel free to create a new one)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2. Create a new file within that folder (try creating .txt and .</a:t>
            </a:r>
            <a:r>
              <a:rPr lang="en-GB" dirty="0" err="1"/>
              <a:t>py</a:t>
            </a:r>
            <a:r>
              <a:rPr lang="en-GB" dirty="0"/>
              <a:t>)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3. Rename the file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4. Delete the file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5. Restore the deleted file with undo (</a:t>
            </a:r>
            <a:r>
              <a:rPr lang="en-GB" dirty="0" err="1"/>
              <a:t>Ctrl+Z</a:t>
            </a:r>
            <a:r>
              <a:rPr lang="en-GB" dirty="0"/>
              <a:t> or equivalent)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6. Clone the </a:t>
            </a:r>
            <a:r>
              <a:rPr lang="en-GB" dirty="0" err="1"/>
              <a:t>OBiWoW</a:t>
            </a:r>
            <a:r>
              <a:rPr lang="en-GB" dirty="0"/>
              <a:t> repository and open it (this might be a bit more difficult)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dirty="0"/>
              <a:t>7. Run the </a:t>
            </a:r>
            <a:r>
              <a:rPr lang="en-GB" sz="18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examples/example_file.py</a:t>
            </a:r>
            <a:endParaRPr lang="en-US" sz="1800" dirty="0">
              <a:solidFill>
                <a:schemeClr val="bg1">
                  <a:lumMod val="85000"/>
                </a:schemeClr>
              </a:solidFill>
              <a:highlight>
                <a:srgbClr val="000000"/>
              </a:highlight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9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87D6-58E1-5447-57DE-DB276773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AA2002-5E2F-C193-6CBC-87EA1C93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environments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AC307-49D8-96A9-105F-09B964EB7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4595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86C8-6A55-97A3-33D6-382382C2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Managing dependencies in Python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9039F1E-2D3A-D26B-F78A-60A6228B6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Your computer almost certainly comes with preinstalled Python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It has a version (hopefully &gt;3.7) and the standard library modules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These and all the user-installed modules (with e.g. pip) are present in the lib/python-3.x/site-packages/ subdirectory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What if we need different versions of modules for different things?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Reinstalling is annoying, and we might need them at the same time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Never mind the modules, what about Python versions?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There should be an easy way to handle switching between what are effectively separate Python installations = environments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37427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0C0D-54A7-78FE-F71C-0DF19BBF0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412A-C3CE-E28A-6D39-5CA4DAF9D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conda basics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13FCECF-7948-C25A-BB1C-7514D6BB4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lnSpcReduction="10000"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Has to be installed (most servers have it)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Implements a lot of functionality (type </a:t>
            </a:r>
            <a:r>
              <a:rPr lang="en-GB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conda</a:t>
            </a:r>
            <a:r>
              <a:rPr lang="en-GB" sz="2400" dirty="0"/>
              <a:t> to see all subcommands)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You only really need these: create, (de)activate, install, list, (possibly env, export, clean)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Create a new conda environment:</a:t>
            </a:r>
          </a:p>
          <a:p>
            <a:pPr marL="201168" lvl="1" indent="0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conda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create -p /path/to/new/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conda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/environment</a:t>
            </a:r>
          </a:p>
          <a:p>
            <a:pPr marL="201168" lvl="1" indent="0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conda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create –n environment-name</a:t>
            </a:r>
            <a:endParaRPr lang="en-GB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Can be followed up by package definitions, e.g. </a:t>
            </a:r>
            <a:r>
              <a:rPr lang="en-GB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</a:rPr>
              <a:t>python=3.10 numpy pandas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Activate an environment:</a:t>
            </a:r>
          </a:p>
          <a:p>
            <a:pPr marL="201168" lvl="1" indent="0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$ conda activate name-or-path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64034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B367F-DEED-5152-18AD-5B24B396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FF20-BA37-DC88-2698-CEF30FD5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conda basics II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79951D-4767-6A49-18AD-26A3AD9C0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Install a module into an activated environment:</a:t>
            </a:r>
          </a:p>
          <a:p>
            <a:pPr marL="201168" lvl="1" indent="0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$ conda install module-name</a:t>
            </a:r>
          </a:p>
          <a:p>
            <a:pPr marL="201168" lvl="1" indent="0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$ conda install –c channel-name obscure-module-name</a:t>
            </a:r>
          </a:p>
          <a:p>
            <a:pPr marL="201168" lvl="1" indent="0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$ pip install module-name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List all the installed modules:</a:t>
            </a:r>
          </a:p>
          <a:p>
            <a:pPr marL="201168" lvl="1" indent="0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$ conda </a:t>
            </a:r>
            <a:r>
              <a:rPr lang="en-GB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list</a:t>
            </a:r>
            <a:endParaRPr lang="en-GB" sz="20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List all the available environments:</a:t>
            </a:r>
          </a:p>
          <a:p>
            <a:pPr marL="201168" lvl="1" indent="0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$ conda env </a:t>
            </a:r>
            <a:r>
              <a:rPr lang="en-GB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list</a:t>
            </a:r>
            <a:endParaRPr lang="en-GB" sz="20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1263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B8D9C-7684-A8D1-1748-C553DC2B2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7707-D144-1F53-1846-B051615B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conda basics III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88EF00-504D-9269-CDBB-319F416B5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Export an environment file (so someone else can recreate it):</a:t>
            </a:r>
          </a:p>
          <a:p>
            <a:pPr marL="201168" lvl="1" indent="0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$ conda export –f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environment.yaml</a:t>
            </a:r>
            <a:endParaRPr lang="en-US" sz="2000" dirty="0">
              <a:solidFill>
                <a:schemeClr val="bg1">
                  <a:lumMod val="85000"/>
                </a:schemeClr>
              </a:solidFill>
              <a:highlight>
                <a:srgbClr val="000000"/>
              </a:highlight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Reclaim space on your hard drive (you would be surprised how much):</a:t>
            </a:r>
          </a:p>
          <a:p>
            <a:pPr marL="201168" lvl="1" indent="0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$ conda </a:t>
            </a:r>
            <a:r>
              <a:rPr lang="en-GB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clean --all</a:t>
            </a:r>
            <a:endParaRPr lang="en-GB" sz="20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Conda is extremely popular and widely used, but its Achilles’ heel is the dependency resolver – widely considered slow and prone to failures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Mamba is effectively the same tool but with an improved resolver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67756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01DA-B899-9AFB-B06E-125039C3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B0B7-CC23-1D6A-F3E1-A408038C4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Managing dependencies – VS Code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F8C733-5D61-C1C0-16D5-9ABB00D3F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VS Code detects the environments you have created – the conda ones, as well as venv (and others)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You can choose which environment to use with which Python file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You can also create new ones using the interface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Let’s create a new environment using the </a:t>
            </a:r>
            <a:r>
              <a:rPr lang="en-GB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environment/requirements.txt</a:t>
            </a:r>
            <a:r>
              <a:rPr lang="en-GB" sz="2400" dirty="0"/>
              <a:t> file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9682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C512-C327-646C-0326-95F8C6E72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0258E2-44EE-9AE5-6C17-73725B2D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Jupyter</a:t>
            </a:r>
            <a:r>
              <a:rPr lang="en-GB" dirty="0"/>
              <a:t> notebooks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DBDBE-F3C1-A422-D1FB-2E712ED03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9444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CF7A-EF4E-3036-DCA2-A4383B673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6709-F303-FB1D-C47F-B8705510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basics of </a:t>
            </a:r>
            <a:r>
              <a:rPr lang="en-GB" dirty="0" err="1"/>
              <a:t>jupyter</a:t>
            </a:r>
            <a:r>
              <a:rPr lang="en-GB" dirty="0"/>
              <a:t> notebooks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D67989-231D-5FAC-B115-D1E02E91A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File extension: .</a:t>
            </a:r>
            <a:r>
              <a:rPr lang="en-GB" sz="2400" dirty="0" err="1"/>
              <a:t>ipynb</a:t>
            </a: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Based on interactive Python, running them requires that your environment contains the </a:t>
            </a:r>
            <a:r>
              <a:rPr lang="en-GB" sz="2400" dirty="0" err="1"/>
              <a:t>jupyter</a:t>
            </a:r>
            <a:r>
              <a:rPr lang="en-GB" sz="2400" dirty="0"/>
              <a:t> and </a:t>
            </a:r>
            <a:r>
              <a:rPr lang="en-GB" sz="2400" dirty="0" err="1"/>
              <a:t>ipython</a:t>
            </a:r>
            <a:r>
              <a:rPr lang="en-GB" sz="2400" dirty="0"/>
              <a:t> modules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Normally executed as a local server, which your browser then connects to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Requires selecting a kernel to run on (this would be the environment you run the server in)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VS Code streamlines some of this process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You will not have to interact with the server manually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Great ease of selecting and switching kernels</a:t>
            </a:r>
          </a:p>
        </p:txBody>
      </p:sp>
    </p:spTree>
    <p:extLst>
      <p:ext uri="{BB962C8B-B14F-4D97-AF65-F5344CB8AC3E}">
        <p14:creationId xmlns:p14="http://schemas.microsoft.com/office/powerpoint/2010/main" val="3689972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13EE1-668D-5045-DB4B-2C0082EF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98BC-2BED-F13C-731F-AE331F4A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a Python file into a notebook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52A61B-F342-BB30-0607-468BE4BF0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Let’s try converting the </a:t>
            </a:r>
            <a:r>
              <a:rPr lang="en-GB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examples/example_file_2.py</a:t>
            </a:r>
            <a:r>
              <a:rPr lang="en-GB" sz="2400" dirty="0">
                <a:solidFill>
                  <a:schemeClr val="bg1">
                    <a:lumMod val="8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2400" dirty="0"/>
              <a:t>into a </a:t>
            </a:r>
            <a:r>
              <a:rPr lang="en-GB" sz="2400" dirty="0" err="1"/>
              <a:t>Jupyter</a:t>
            </a:r>
            <a:r>
              <a:rPr lang="en-GB" sz="2400" dirty="0"/>
              <a:t> notebook!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Remember that notebooks can have markdown files as well as code – this is often useful for documentation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Figures are displayed automatically (may require </a:t>
            </a:r>
            <a:r>
              <a:rPr lang="en-GB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%matplotlib inline</a:t>
            </a:r>
            <a:r>
              <a:rPr lang="en-GB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6497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2393-8726-DF7C-F019-1D62A780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71CB33-25EC-B1C1-DE6B-21CA04CA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break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170CC-6484-E559-F990-FE36D04F3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3155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47A11-43D8-FE05-B975-9CB5D928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CCE6B9-B897-DB9D-DDA4-A4E87626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other peoples’ code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67E9F-0276-C8F0-C23A-B219948AF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5329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C7546-F464-3310-4E3A-6E5CDA7E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47EFA-7156-5240-B3EC-D7549176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the code from?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4C06C3-0E59-D0AC-87F3-CEDB50525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There will come a time when you will want to use other peoples’ code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When people share code with you, it can be done in many ways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From good to bad: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 published module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 complete, well documented repository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 repository that lists the requirements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 repository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 zip file with all the required files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 zip file with some of the files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 single file that won’t run</a:t>
            </a:r>
          </a:p>
        </p:txBody>
      </p:sp>
    </p:spTree>
    <p:extLst>
      <p:ext uri="{BB962C8B-B14F-4D97-AF65-F5344CB8AC3E}">
        <p14:creationId xmlns:p14="http://schemas.microsoft.com/office/powerpoint/2010/main" val="114883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D2-5E6E-249F-DC7F-0E3D5C46C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C5B3-BA11-700F-1E37-D53938391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Trying to run/edit a code we don’t know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5799D4-B206-5A8D-017E-C46C143D7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Let’s test it with a tool that I developed: </a:t>
            </a:r>
            <a:r>
              <a:rPr lang="en-US" sz="2400" dirty="0">
                <a:hlinkClick r:id="rId2" action="ppaction://hlinkfile"/>
              </a:rPr>
              <a:t>github.com/</a:t>
            </a:r>
            <a:r>
              <a:rPr lang="en-US" sz="2400" dirty="0" err="1">
                <a:hlinkClick r:id="rId2" action="ppaction://hlinkfile"/>
              </a:rPr>
              <a:t>kuijjerlab</a:t>
            </a:r>
            <a:r>
              <a:rPr lang="en-US" sz="2400" dirty="0">
                <a:hlinkClick r:id="rId2" action="ppaction://hlinkfile"/>
              </a:rPr>
              <a:t>/sponge</a:t>
            </a:r>
            <a:endParaRPr lang="en-US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 Let’s skim the README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2. Create a new environment and install it via pip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3. Create another new environment, clone the repository and install it manually with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pip install -e .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4. Try to edit the code and see if the changes are reflected somewhere (hint: if we’re testing with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netzoopy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-sponge --help</a:t>
            </a:r>
            <a:r>
              <a:rPr lang="en-US" sz="2400" dirty="0"/>
              <a:t>, the easiest thing to change is the command line output)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5. Install </a:t>
            </a:r>
            <a:r>
              <a:rPr lang="en-US" sz="2400" dirty="0" err="1"/>
              <a:t>pytest</a:t>
            </a:r>
            <a:r>
              <a:rPr lang="en-US" sz="2400" dirty="0"/>
              <a:t> in the environment and run the tests</a:t>
            </a:r>
          </a:p>
          <a:p>
            <a:pPr marL="201168" lvl="1" indent="0">
              <a:buNone/>
            </a:pPr>
            <a:r>
              <a:rPr lang="en-US" sz="2400" dirty="0"/>
              <a:t>     (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pytest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–m “not slow”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3413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EDDD4-C765-23F3-CA29-9D47D8AA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4B8945-3508-4C6C-346D-12712E90F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control with git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BCF0D-4444-22E4-E04E-6991CF6B4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110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21540-52F0-B7DB-D424-0F9B8AA6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51D2-7BBC-00E9-0E52-FBF7C20BD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cycle</a:t>
            </a: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8C06F197-653B-5EEE-67B6-951244115936}"/>
              </a:ext>
            </a:extLst>
          </p:cNvPr>
          <p:cNvCxnSpPr>
            <a:cxnSpLocks/>
          </p:cNvCxnSpPr>
          <p:nvPr/>
        </p:nvCxnSpPr>
        <p:spPr>
          <a:xfrm rot="10800000">
            <a:off x="3819540" y="4947301"/>
            <a:ext cx="49876" cy="862046"/>
          </a:xfrm>
          <a:prstGeom prst="curvedConnector3">
            <a:avLst>
              <a:gd name="adj1" fmla="val 558337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2421E1D7-DBEB-A226-F627-229F2A897B12}"/>
              </a:ext>
            </a:extLst>
          </p:cNvPr>
          <p:cNvCxnSpPr>
            <a:cxnSpLocks/>
          </p:cNvCxnSpPr>
          <p:nvPr/>
        </p:nvCxnSpPr>
        <p:spPr>
          <a:xfrm rot="10800000">
            <a:off x="3819540" y="3538285"/>
            <a:ext cx="49877" cy="2271063"/>
          </a:xfrm>
          <a:prstGeom prst="curvedConnector3">
            <a:avLst>
              <a:gd name="adj1" fmla="val 1691647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81AC94-1CF1-CF9C-D47F-05120E192D80}"/>
              </a:ext>
            </a:extLst>
          </p:cNvPr>
          <p:cNvSpPr/>
          <p:nvPr/>
        </p:nvSpPr>
        <p:spPr>
          <a:xfrm>
            <a:off x="3819540" y="5608732"/>
            <a:ext cx="4438992" cy="406784"/>
          </a:xfrm>
          <a:prstGeom prst="roundRect">
            <a:avLst>
              <a:gd name="adj" fmla="val 10275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8C33E3-611F-9930-9808-B0B0204F3E48}"/>
              </a:ext>
            </a:extLst>
          </p:cNvPr>
          <p:cNvSpPr/>
          <p:nvPr/>
        </p:nvSpPr>
        <p:spPr>
          <a:xfrm>
            <a:off x="3809561" y="4727688"/>
            <a:ext cx="4438992" cy="406784"/>
          </a:xfrm>
          <a:prstGeom prst="roundRect">
            <a:avLst>
              <a:gd name="adj" fmla="val 10275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97DCA4-CD40-853A-A40B-EFD54CA0D1C3}"/>
              </a:ext>
            </a:extLst>
          </p:cNvPr>
          <p:cNvSpPr/>
          <p:nvPr/>
        </p:nvSpPr>
        <p:spPr>
          <a:xfrm>
            <a:off x="3809565" y="2008223"/>
            <a:ext cx="4438992" cy="406784"/>
          </a:xfrm>
          <a:prstGeom prst="roundRect">
            <a:avLst>
              <a:gd name="adj" fmla="val 10275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B95F9F-95C9-6997-BB54-9FF6FC3FA345}"/>
              </a:ext>
            </a:extLst>
          </p:cNvPr>
          <p:cNvSpPr/>
          <p:nvPr/>
        </p:nvSpPr>
        <p:spPr>
          <a:xfrm>
            <a:off x="3809565" y="2751368"/>
            <a:ext cx="4438992" cy="1566474"/>
          </a:xfrm>
          <a:prstGeom prst="roundRect">
            <a:avLst>
              <a:gd name="adj" fmla="val 10275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5F2E1-4E19-AECD-C1FF-3A8353303589}"/>
              </a:ext>
            </a:extLst>
          </p:cNvPr>
          <p:cNvSpPr txBox="1"/>
          <p:nvPr/>
        </p:nvSpPr>
        <p:spPr>
          <a:xfrm>
            <a:off x="4984428" y="2031037"/>
            <a:ext cx="1974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oto Sans TC Medium" panose="020B0600000000000000" pitchFamily="34" charset="-120"/>
                <a:ea typeface="Noto Sans TC Medium" panose="020B0600000000000000" pitchFamily="34" charset="-120"/>
              </a:rPr>
              <a:t>Start the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DDA474-ED2D-5ABB-E892-E897C3412DB7}"/>
              </a:ext>
            </a:extLst>
          </p:cNvPr>
          <p:cNvSpPr txBox="1"/>
          <p:nvPr/>
        </p:nvSpPr>
        <p:spPr>
          <a:xfrm>
            <a:off x="5428620" y="2751367"/>
            <a:ext cx="108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oto Sans TC Medium" panose="020B0600000000000000" pitchFamily="34" charset="-120"/>
                <a:ea typeface="Noto Sans TC Medium" panose="020B0600000000000000" pitchFamily="34" charset="-120"/>
              </a:rPr>
              <a:t>Develop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704976-3AC6-367C-4736-39D5E5FFA5EB}"/>
              </a:ext>
            </a:extLst>
          </p:cNvPr>
          <p:cNvSpPr txBox="1"/>
          <p:nvPr/>
        </p:nvSpPr>
        <p:spPr>
          <a:xfrm>
            <a:off x="2773242" y="306144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dirty="0">
                <a:latin typeface="Noto Sans TC Regular" panose="020B0500000000000000" pitchFamily="34" charset="-120"/>
                <a:ea typeface="Noto Sans TC Regular" panose="020B0500000000000000" pitchFamily="34" charset="-120"/>
              </a:rPr>
              <a:t>Implement a function to the code</a:t>
            </a:r>
          </a:p>
          <a:p>
            <a:pPr lvl="1" algn="ctr"/>
            <a:r>
              <a:rPr lang="en-US" dirty="0">
                <a:latin typeface="Noto Sans TC Regular" panose="020B0500000000000000" pitchFamily="34" charset="-120"/>
                <a:ea typeface="Noto Sans TC Regular" panose="020B0500000000000000" pitchFamily="34" charset="-120"/>
              </a:rPr>
              <a:t>Sync with the remote</a:t>
            </a:r>
          </a:p>
          <a:p>
            <a:pPr lvl="1" algn="ctr"/>
            <a:r>
              <a:rPr lang="en-US" dirty="0">
                <a:latin typeface="Noto Sans TC Regular" panose="020B0500000000000000" pitchFamily="34" charset="-120"/>
                <a:ea typeface="Noto Sans TC Regular" panose="020B0500000000000000" pitchFamily="34" charset="-120"/>
              </a:rPr>
              <a:t>Finish the function development</a:t>
            </a:r>
          </a:p>
          <a:p>
            <a:pPr lvl="1" algn="ctr"/>
            <a:r>
              <a:rPr lang="en-US" altLang="zh-TW" dirty="0">
                <a:latin typeface="Noto Sans TC Regular" panose="020B0500000000000000" pitchFamily="34" charset="-120"/>
                <a:ea typeface="Noto Sans TC Regular" panose="020B0500000000000000" pitchFamily="34" charset="-120"/>
              </a:rPr>
              <a:t>Dealing with conflict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C6189-9EFA-4BD8-907B-767201436A7C}"/>
              </a:ext>
            </a:extLst>
          </p:cNvPr>
          <p:cNvSpPr txBox="1"/>
          <p:nvPr/>
        </p:nvSpPr>
        <p:spPr>
          <a:xfrm>
            <a:off x="5520057" y="4743649"/>
            <a:ext cx="95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oto Sans TC Medium" panose="020B0600000000000000" pitchFamily="34" charset="-120"/>
                <a:ea typeface="Noto Sans TC Medium" panose="020B0600000000000000" pitchFamily="34" charset="-120"/>
              </a:rPr>
              <a:t>Deploy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FBCABB-C692-C90C-B07C-A361073D0336}"/>
              </a:ext>
            </a:extLst>
          </p:cNvPr>
          <p:cNvSpPr txBox="1"/>
          <p:nvPr/>
        </p:nvSpPr>
        <p:spPr>
          <a:xfrm>
            <a:off x="5530506" y="5627458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oto Sans TC Medium" panose="020B0600000000000000" pitchFamily="34" charset="-120"/>
                <a:ea typeface="Noto Sans TC Medium" panose="020B0600000000000000" pitchFamily="34" charset="-120"/>
              </a:rPr>
              <a:t>Bugfix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A0B2A2-4B4A-E283-5027-5CC0A73BD56D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971493" y="2400369"/>
            <a:ext cx="0" cy="3509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67B5E41D-79AB-EB6D-EA70-26EF9B266708}"/>
              </a:ext>
            </a:extLst>
          </p:cNvPr>
          <p:cNvCxnSpPr>
            <a:cxnSpLocks/>
          </p:cNvCxnSpPr>
          <p:nvPr/>
        </p:nvCxnSpPr>
        <p:spPr>
          <a:xfrm flipH="1" flipV="1">
            <a:off x="7888339" y="3237530"/>
            <a:ext cx="2" cy="842088"/>
          </a:xfrm>
          <a:prstGeom prst="curvedConnector3">
            <a:avLst>
              <a:gd name="adj1" fmla="val -11430000000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D8C96E-19E8-D072-1CF6-87268C0FCDD3}"/>
              </a:ext>
            </a:extLst>
          </p:cNvPr>
          <p:cNvCxnSpPr>
            <a:cxnSpLocks/>
          </p:cNvCxnSpPr>
          <p:nvPr/>
        </p:nvCxnSpPr>
        <p:spPr>
          <a:xfrm>
            <a:off x="5985909" y="4341971"/>
            <a:ext cx="0" cy="3739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DB159B58-8F98-B9CA-2C87-BE034AE88D05}"/>
              </a:ext>
            </a:extLst>
          </p:cNvPr>
          <p:cNvCxnSpPr>
            <a:cxnSpLocks/>
          </p:cNvCxnSpPr>
          <p:nvPr/>
        </p:nvCxnSpPr>
        <p:spPr>
          <a:xfrm rot="10800000">
            <a:off x="3781708" y="3548460"/>
            <a:ext cx="37832" cy="1383612"/>
          </a:xfrm>
          <a:prstGeom prst="curvedConnector3">
            <a:avLst>
              <a:gd name="adj1" fmla="val 704250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57907F-211B-07BA-A8DA-8833124BBDEF}"/>
              </a:ext>
            </a:extLst>
          </p:cNvPr>
          <p:cNvCxnSpPr>
            <a:cxnSpLocks/>
          </p:cNvCxnSpPr>
          <p:nvPr/>
        </p:nvCxnSpPr>
        <p:spPr>
          <a:xfrm>
            <a:off x="5971492" y="5164929"/>
            <a:ext cx="0" cy="41148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4B267FC-E9B3-EF19-9039-334FB3FD040C}"/>
              </a:ext>
            </a:extLst>
          </p:cNvPr>
          <p:cNvSpPr txBox="1"/>
          <p:nvPr/>
        </p:nvSpPr>
        <p:spPr>
          <a:xfrm>
            <a:off x="8723735" y="4749191"/>
            <a:ext cx="2002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oto Sans TC Medium" panose="020B0600000000000000" pitchFamily="34" charset="-128"/>
                <a:ea typeface="Noto Sans TC Medium" panose="020B0600000000000000" pitchFamily="34" charset="-128"/>
              </a:rPr>
              <a:t>serve to the user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DD3C16-5A4F-27A7-91FB-BFADBD6941E6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8248553" y="4931080"/>
            <a:ext cx="475182" cy="27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65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7908-F95C-549D-E997-6B39A9108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CB6CCA-5F75-F660-78B6-6BF6048F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git works</a:t>
            </a:r>
          </a:p>
        </p:txBody>
      </p:sp>
      <p:sp>
        <p:nvSpPr>
          <p:cNvPr id="7" name="矩形: 圓角 18">
            <a:extLst>
              <a:ext uri="{FF2B5EF4-FFF2-40B4-BE49-F238E27FC236}">
                <a16:creationId xmlns:a16="http://schemas.microsoft.com/office/drawing/2014/main" id="{809C9A8B-CCCB-56DE-2D91-04F7BBE28A26}"/>
              </a:ext>
            </a:extLst>
          </p:cNvPr>
          <p:cNvSpPr/>
          <p:nvPr/>
        </p:nvSpPr>
        <p:spPr>
          <a:xfrm>
            <a:off x="7565821" y="2534751"/>
            <a:ext cx="2279984" cy="66173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Noto Sans TC Regular" panose="020B0500000000000000" pitchFamily="34" charset="-120"/>
                <a:ea typeface="Noto Sans TC Regular" panose="020B0500000000000000" pitchFamily="34" charset="-120"/>
              </a:rPr>
              <a:t>changes in files</a:t>
            </a:r>
          </a:p>
        </p:txBody>
      </p:sp>
      <p:sp>
        <p:nvSpPr>
          <p:cNvPr id="8" name="矩形: 圓角 19">
            <a:extLst>
              <a:ext uri="{FF2B5EF4-FFF2-40B4-BE49-F238E27FC236}">
                <a16:creationId xmlns:a16="http://schemas.microsoft.com/office/drawing/2014/main" id="{1BED116A-F00E-8A19-560C-B476D2A13BA7}"/>
              </a:ext>
            </a:extLst>
          </p:cNvPr>
          <p:cNvSpPr/>
          <p:nvPr/>
        </p:nvSpPr>
        <p:spPr>
          <a:xfrm>
            <a:off x="7565821" y="3772402"/>
            <a:ext cx="2279984" cy="66173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Noto Sans TC Regular" panose="020B0500000000000000" pitchFamily="34" charset="-120"/>
                <a:ea typeface="Noto Sans TC Regular" panose="020B0500000000000000" pitchFamily="34" charset="-120"/>
              </a:rPr>
              <a:t>check the changes</a:t>
            </a:r>
          </a:p>
        </p:txBody>
      </p:sp>
      <p:sp>
        <p:nvSpPr>
          <p:cNvPr id="9" name="矩形: 圓角 20">
            <a:extLst>
              <a:ext uri="{FF2B5EF4-FFF2-40B4-BE49-F238E27FC236}">
                <a16:creationId xmlns:a16="http://schemas.microsoft.com/office/drawing/2014/main" id="{A12CBCE0-547C-59C0-FC92-49D99342B285}"/>
              </a:ext>
            </a:extLst>
          </p:cNvPr>
          <p:cNvSpPr/>
          <p:nvPr/>
        </p:nvSpPr>
        <p:spPr>
          <a:xfrm>
            <a:off x="7565821" y="5056816"/>
            <a:ext cx="2279984" cy="6617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66"/>
                </a:solidFill>
                <a:latin typeface="Noto Sans TC Regular" panose="020B0500000000000000" pitchFamily="34" charset="-120"/>
                <a:ea typeface="Noto Sans TC Regular" panose="020B0500000000000000" pitchFamily="34" charset="-120"/>
              </a:rPr>
              <a:t>record the changes</a:t>
            </a:r>
          </a:p>
        </p:txBody>
      </p:sp>
      <p:cxnSp>
        <p:nvCxnSpPr>
          <p:cNvPr id="10" name="直線單箭頭接點 21">
            <a:extLst>
              <a:ext uri="{FF2B5EF4-FFF2-40B4-BE49-F238E27FC236}">
                <a16:creationId xmlns:a16="http://schemas.microsoft.com/office/drawing/2014/main" id="{7237FE97-4C43-AE21-33AF-AE65383BA3B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8705813" y="3196488"/>
            <a:ext cx="0" cy="5759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22">
            <a:extLst>
              <a:ext uri="{FF2B5EF4-FFF2-40B4-BE49-F238E27FC236}">
                <a16:creationId xmlns:a16="http://schemas.microsoft.com/office/drawing/2014/main" id="{0CA9F074-DEDE-B8A6-FE17-78DB5A4C6D9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705813" y="4434139"/>
            <a:ext cx="0" cy="622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23">
            <a:extLst>
              <a:ext uri="{FF2B5EF4-FFF2-40B4-BE49-F238E27FC236}">
                <a16:creationId xmlns:a16="http://schemas.microsoft.com/office/drawing/2014/main" id="{29506FE6-D341-F3A3-73EC-FB83C60F015C}"/>
              </a:ext>
            </a:extLst>
          </p:cNvPr>
          <p:cNvSpPr txBox="1"/>
          <p:nvPr/>
        </p:nvSpPr>
        <p:spPr>
          <a:xfrm>
            <a:off x="7457511" y="3430882"/>
            <a:ext cx="1254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Noto Sans TC Medium" panose="020B0600000000000000" pitchFamily="34" charset="-120"/>
                <a:ea typeface="Noto Sans TC Medium" panose="020B0600000000000000" pitchFamily="34" charset="-120"/>
              </a:rPr>
              <a:t>Staging Area</a:t>
            </a:r>
          </a:p>
        </p:txBody>
      </p:sp>
      <p:sp>
        <p:nvSpPr>
          <p:cNvPr id="13" name="文字方塊 24">
            <a:extLst>
              <a:ext uri="{FF2B5EF4-FFF2-40B4-BE49-F238E27FC236}">
                <a16:creationId xmlns:a16="http://schemas.microsoft.com/office/drawing/2014/main" id="{27B76EAA-2492-ADEC-1131-1DB01533ABDF}"/>
              </a:ext>
            </a:extLst>
          </p:cNvPr>
          <p:cNvSpPr txBox="1"/>
          <p:nvPr/>
        </p:nvSpPr>
        <p:spPr>
          <a:xfrm>
            <a:off x="7499906" y="4715296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66"/>
                </a:solidFill>
                <a:latin typeface="Noto Sans TC Medium" panose="020B0600000000000000" pitchFamily="34" charset="-120"/>
                <a:ea typeface="Noto Sans TC Medium" panose="020B0600000000000000" pitchFamily="34" charset="-120"/>
              </a:rPr>
              <a:t>Commit</a:t>
            </a:r>
          </a:p>
        </p:txBody>
      </p:sp>
      <p:sp>
        <p:nvSpPr>
          <p:cNvPr id="14" name="文字方塊 25">
            <a:extLst>
              <a:ext uri="{FF2B5EF4-FFF2-40B4-BE49-F238E27FC236}">
                <a16:creationId xmlns:a16="http://schemas.microsoft.com/office/drawing/2014/main" id="{8B2C7435-9332-05C6-6123-5C3EEC9D0F85}"/>
              </a:ext>
            </a:extLst>
          </p:cNvPr>
          <p:cNvSpPr txBox="1"/>
          <p:nvPr/>
        </p:nvSpPr>
        <p:spPr>
          <a:xfrm>
            <a:off x="7481858" y="1993483"/>
            <a:ext cx="978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Noto Sans TC Medium" panose="020B0600000000000000" pitchFamily="34" charset="-120"/>
                <a:ea typeface="Noto Sans TC Medium" panose="020B0600000000000000" pitchFamily="34" charset="-120"/>
              </a:rPr>
              <a:t>Working</a:t>
            </a:r>
          </a:p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Noto Sans TC Medium" panose="020B0600000000000000" pitchFamily="34" charset="-120"/>
                <a:ea typeface="Noto Sans TC Medium" panose="020B0600000000000000" pitchFamily="34" charset="-120"/>
              </a:rPr>
              <a:t>Directory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B97C15E-B91E-8651-9D12-35DC26841D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What is git?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An open-source distributed version control system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Lightweight and efficient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Disposable experimentation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Suitable for collaboration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For trying out the process, you will need an account on GitHub, Bitbucket or another alternative</a:t>
            </a:r>
          </a:p>
        </p:txBody>
      </p:sp>
    </p:spTree>
    <p:extLst>
      <p:ext uri="{BB962C8B-B14F-4D97-AF65-F5344CB8AC3E}">
        <p14:creationId xmlns:p14="http://schemas.microsoft.com/office/powerpoint/2010/main" val="3516971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96057-02A2-580A-4042-5FD0173D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2456-1712-C13A-4E45-239368F7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it for me?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5E82E6-1CC4-909E-31EC-83725FE23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Most people in bioinformatics don’t really collaborate on their projects, and the target audience could be limited to the group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There are still benefits though!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Free backup – accidents happen, computers die, code stays in the cloud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Version history – can go back if we accidentally break something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Easier transfer – just clone the repo in your new laptop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Easier sharing with others – just send them the link</a:t>
            </a:r>
          </a:p>
        </p:txBody>
      </p:sp>
    </p:spTree>
    <p:extLst>
      <p:ext uri="{BB962C8B-B14F-4D97-AF65-F5344CB8AC3E}">
        <p14:creationId xmlns:p14="http://schemas.microsoft.com/office/powerpoint/2010/main" val="111367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742D7-B770-9F95-5357-73C323EB9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FB1A5-F22A-31E0-B1CF-C22A74C2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commands 101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23DDA-EC31-D7EC-6C1B-B62399BD5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Starting from scratch: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git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Cloning an existing repository: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git clone [link]</a:t>
            </a:r>
            <a:r>
              <a:rPr lang="en-US" sz="2400" dirty="0"/>
              <a:t> (we’ve done this!)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Check what is being tracked: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git status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Add files to be tracked or changes to be committed: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git add [file]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Commit your changes: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git commit –m “[message]”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Push your changes to the remote: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git push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Pull changes from the remote: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git pull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 won’t teach you about branches here but you should definitely learn </a:t>
            </a:r>
            <a:r>
              <a:rPr lang="en-US" sz="2400" dirty="0">
                <a:sym typeface="Wingdings" panose="05000000000000000000" pitchFamily="2" charset="2"/>
              </a:rPr>
              <a:t>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8828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8C3A9-6816-8311-5432-FC2BB73F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B3C1-0E18-15B2-A5BB-0EA63EA6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things easier with VS Code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B54E2E-DF48-9211-CC82-AD2453AC9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Let’s go through these steps first without using VS Code functionality (using only web interface/command line):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1. Create a new (empty) repository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2. Clone a local copy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3. Make some changes (make a file probably </a:t>
            </a:r>
            <a:r>
              <a:rPr lang="en-US" sz="2000" dirty="0">
                <a:sym typeface="Wingdings" panose="05000000000000000000" pitchFamily="2" charset="2"/>
              </a:rPr>
              <a:t>)</a:t>
            </a:r>
            <a:endParaRPr lang="en-US" sz="2000" dirty="0"/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4. Commit them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5. Push them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Then, we will </a:t>
            </a:r>
            <a:r>
              <a:rPr lang="en-US" sz="2400" dirty="0" err="1"/>
              <a:t>authorise</a:t>
            </a:r>
            <a:r>
              <a:rPr lang="en-US" sz="2400" dirty="0"/>
              <a:t> our GitHub (or other) account in VS Code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And let’s try the whole thing again using the Source Control tab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4696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5EA7-98FB-A7F0-C895-404FB2D8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3FD716-6A7E-2930-B11B-FAABD5D0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Second break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9282A-BF4A-7654-BF06-F06F815D5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5597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AEA8F8-42DB-9D6E-9F5A-BCB68672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95CAEE-F3C6-62F5-8EA4-1770651EB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6139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86C8-6A55-97A3-33D6-382382C2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 of debugging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295E5-CA73-5257-A51F-4E387054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Bug – an issue with code, resulting in unexpected behaviour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Debugging – the process of removing/fixing bugs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Basic steps:</a:t>
            </a:r>
          </a:p>
          <a:p>
            <a:pPr lvl="2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Recognize that a bug exists</a:t>
            </a:r>
          </a:p>
          <a:p>
            <a:pPr lvl="2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Isolate the source of the bug</a:t>
            </a:r>
          </a:p>
          <a:p>
            <a:pPr lvl="2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Identify the cause of the bug</a:t>
            </a:r>
          </a:p>
          <a:p>
            <a:pPr lvl="2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Determine a fix for the bug</a:t>
            </a:r>
          </a:p>
          <a:p>
            <a:pPr lvl="2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Apply the fix and test it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52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540D-E009-3920-E47D-07C15ADA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Debugger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02E164-9012-C1D9-699C-2228869DE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A program designed to help with debugging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Typical functionality:</a:t>
            </a:r>
          </a:p>
          <a:p>
            <a:pPr marL="544068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Stepping: ability to execute the code step by step (typically line by line)</a:t>
            </a:r>
          </a:p>
          <a:p>
            <a:pPr marL="544068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Variables: ability to access the values of all defined variables at a given point</a:t>
            </a:r>
          </a:p>
          <a:p>
            <a:pPr marL="544068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Call stack: the names and arguments of functions called up to this point in the program</a:t>
            </a:r>
          </a:p>
          <a:p>
            <a:pPr marL="544068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Debug console: enables further inspection and/or correction of variables</a:t>
            </a:r>
          </a:p>
          <a:p>
            <a:pPr marL="544068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Breakpoints: set a point in the code where the execution will pause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95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49C1-E8EF-5777-37AD-F20B7678B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Stepping and breakpoints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025936-CC87-2D48-9C55-C2210BC36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Stepping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Typically, there are several ways to continue execution on a given line: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Stepping over – execute the line and move to the next one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Stepping in – move into the function that is being executed on the line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Stepping out – move out of the current function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Breakpoints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Even if the program is not being executed step by step, we might want to stop it at some point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Useful to skip parts of the program which we know are not problematic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534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3341-C175-C66B-2802-7F0D97023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Exceptions and errors in Python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8B0FC5-1A47-F971-4D7D-E555E09EF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One way for code to signal that something is going wrong is through exceptions and errors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The line is a bit blurred, but exceptions are basically runtime errors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The Python syntax for this: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try:</a:t>
            </a:r>
            <a:r>
              <a:rPr lang="en-GB" sz="2000" dirty="0"/>
              <a:t> – denotes a code block where exceptions/errors may be raised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raise (Exception | Error)</a:t>
            </a:r>
            <a:r>
              <a:rPr lang="en-GB" sz="2000" dirty="0"/>
              <a:t> – creates an exception/error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except (Exception | Error):</a:t>
            </a:r>
            <a:r>
              <a:rPr lang="en-GB" sz="2000" dirty="0">
                <a:cs typeface="Cascadia Code" panose="020B0609020000020004" pitchFamily="49" charset="0"/>
              </a:rPr>
              <a:t> </a:t>
            </a:r>
            <a:r>
              <a:rPr lang="en-GB" sz="2000" dirty="0"/>
              <a:t>– intercepts an exception/error of a given type, enabling it to be handled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8140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BC91-9DFF-E01E-0337-702895889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 Python – VS Code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C433DB-5497-272D-8E6B-AE2086A18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Python debugging in VS Code comes with the Python extension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On first use within a folder, it will prompt the creation of a file with debug settings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Requires a newish Python to work, but shouldn’t be an issue now (the oldest Python still supported is 3.10)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Works with local and remote Python files and jupyter notebooks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GB" sz="2400" dirty="0"/>
              <a:t>Let’s go through some examples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522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E1D8-C495-0A6A-4038-E0CFD7CDF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FC5EFF-2412-FF98-AF28-C49FBA66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Remote development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F9FB45-FA8B-BDE0-ABB7-DE2C153A7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690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5202D-5417-2F4C-BF7E-EA899DD8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8290-270C-651E-9234-856C43C1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development basics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B1AB3E-4258-2F71-6A12-A39D882AB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Connecting to a server can be done through the secure shell – ssh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This is often used to run programs somewhere that has more computational power than your personal computer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We can do the development locally and run it remotely, but how to transfer the code?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Copy every change you make – bad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Maintain a local copy of a repository in both places and sync that way – better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Since we are going to be running it on a server, why not develop it there already?</a:t>
            </a:r>
          </a:p>
          <a:p>
            <a:pPr marL="201168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42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39A7-BFFC-76D1-0FA3-5FABDA0C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23FB-AD97-5281-5459-7AB5FC41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things easier with a config file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61023E-4501-4069-98DE-B6FD84BBB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In the hidden </a:t>
            </a:r>
            <a:r>
              <a:rPr lang="en-GB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~/.ssh</a:t>
            </a:r>
            <a:r>
              <a:rPr lang="en-GB" sz="2400" dirty="0"/>
              <a:t> folder, several important files can be kept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config</a:t>
            </a:r>
            <a:r>
              <a:rPr lang="en-GB" sz="2400" b="1" dirty="0"/>
              <a:t> </a:t>
            </a:r>
            <a:r>
              <a:rPr lang="en-GB" sz="2400" dirty="0"/>
              <a:t>keeps configurations for servers, very useful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This file makes access easier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It is easily detected and used by VS Code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Let’s have a look at my config file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Technically, you don’t need a config file to setup VS Code remote development, just a valid ssh command</a:t>
            </a:r>
          </a:p>
          <a:p>
            <a:pPr marL="726948" lvl="2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0608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197D4-DC61-D8DF-DFD6-2594EE715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31F2-3856-428D-AC53-9402ABCC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 this in VS Code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5D78C2-80FB-36ED-9F86-00F00AFE5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 recommend trying it with a server you already have access to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Alternatively, send me your public ssh keys and I will add them to a virtual machine that I have access to so you can try the process (ladislav.hovan@ncmbm.uio.no)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How to generate key pairs if you haven’t done this before: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highlight>
                  <a:srgbClr val="00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ssh-keygen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We will use the Remote Explorer tab to connect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Files can be downloaded from Explorer to your local machine</a:t>
            </a:r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44068" lvl="1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72547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A042-DDC3-AC11-BCA2-F3ED2B614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ABDF60-7D5A-044E-718B-BDCC9D299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 and feedback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68D29-96B7-12DF-08D5-91647B2AE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20313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49248-4676-48EA-566D-4481BF6FB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4B86-45B6-CB09-C412-EF224866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for your questions!</a:t>
            </a:r>
            <a:endParaRPr lang="en-US" dirty="0"/>
          </a:p>
        </p:txBody>
      </p:sp>
      <p:pic>
        <p:nvPicPr>
          <p:cNvPr id="7" name="Bilde 1">
            <a:extLst>
              <a:ext uri="{FF2B5EF4-FFF2-40B4-BE49-F238E27FC236}">
                <a16:creationId xmlns:a16="http://schemas.microsoft.com/office/drawing/2014/main" id="{5E77A2A5-E9A7-FC57-3835-8A8A987152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82" t="8480" r="7757" b="8427"/>
          <a:stretch/>
        </p:blipFill>
        <p:spPr>
          <a:xfrm>
            <a:off x="4463114" y="2634511"/>
            <a:ext cx="3326731" cy="3300209"/>
          </a:xfrm>
          <a:prstGeom prst="rect">
            <a:avLst/>
          </a:prstGeom>
        </p:spPr>
      </p:pic>
      <p:sp>
        <p:nvSpPr>
          <p:cNvPr id="6" name="Tittel 4">
            <a:extLst>
              <a:ext uri="{FF2B5EF4-FFF2-40B4-BE49-F238E27FC236}">
                <a16:creationId xmlns:a16="http://schemas.microsoft.com/office/drawing/2014/main" id="{93405C71-C958-55D2-1DE3-6CD68610F7B8}"/>
              </a:ext>
            </a:extLst>
          </p:cNvPr>
          <p:cNvSpPr txBox="1">
            <a:spLocks/>
          </p:cNvSpPr>
          <p:nvPr/>
        </p:nvSpPr>
        <p:spPr>
          <a:xfrm>
            <a:off x="4155912" y="1025341"/>
            <a:ext cx="3880176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/>
                </a:solidFill>
              </a:rPr>
              <a:t>Evaluation form</a:t>
            </a:r>
          </a:p>
        </p:txBody>
      </p:sp>
    </p:spTree>
    <p:extLst>
      <p:ext uri="{BB962C8B-B14F-4D97-AF65-F5344CB8AC3E}">
        <p14:creationId xmlns:p14="http://schemas.microsoft.com/office/powerpoint/2010/main" val="30852010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550</TotalTime>
  <Words>2154</Words>
  <Application>Microsoft Office PowerPoint</Application>
  <PresentationFormat>Widescreen</PresentationFormat>
  <Paragraphs>262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Noto Sans TC Medium</vt:lpstr>
      <vt:lpstr>Noto Sans TC Regular</vt:lpstr>
      <vt:lpstr>Arial</vt:lpstr>
      <vt:lpstr>Calibri</vt:lpstr>
      <vt:lpstr>Calibri Light</vt:lpstr>
      <vt:lpstr>Cascadia Code</vt:lpstr>
      <vt:lpstr>Wingdings</vt:lpstr>
      <vt:lpstr>Retrospect</vt:lpstr>
      <vt:lpstr>Getting started with Python in VS Code</vt:lpstr>
      <vt:lpstr>Welcome to the workshop!</vt:lpstr>
      <vt:lpstr>Setup</vt:lpstr>
      <vt:lpstr>Checklist</vt:lpstr>
      <vt:lpstr>Basics of files and folders</vt:lpstr>
      <vt:lpstr>Explorer</vt:lpstr>
      <vt:lpstr>Some exercises to try</vt:lpstr>
      <vt:lpstr>Python environments</vt:lpstr>
      <vt:lpstr>Managing dependencies in Python</vt:lpstr>
      <vt:lpstr>conda basics</vt:lpstr>
      <vt:lpstr>conda basics II</vt:lpstr>
      <vt:lpstr>conda basics III</vt:lpstr>
      <vt:lpstr>Managing dependencies – VS Code</vt:lpstr>
      <vt:lpstr>Jupyter notebooks</vt:lpstr>
      <vt:lpstr>The basics of jupyter notebooks</vt:lpstr>
      <vt:lpstr>Converting a Python file into a notebook</vt:lpstr>
      <vt:lpstr>First break</vt:lpstr>
      <vt:lpstr>Using other peoples’ code</vt:lpstr>
      <vt:lpstr>Where is the code from?</vt:lpstr>
      <vt:lpstr>Trying to run/edit a code we don’t know</vt:lpstr>
      <vt:lpstr>Version control with git</vt:lpstr>
      <vt:lpstr>Development cycle</vt:lpstr>
      <vt:lpstr>How git works</vt:lpstr>
      <vt:lpstr>What’s in it for me?</vt:lpstr>
      <vt:lpstr>Git commands 101</vt:lpstr>
      <vt:lpstr>Making things easier with VS Code</vt:lpstr>
      <vt:lpstr>Second break</vt:lpstr>
      <vt:lpstr>Debugging</vt:lpstr>
      <vt:lpstr>Theory of debugging</vt:lpstr>
      <vt:lpstr>Debugger</vt:lpstr>
      <vt:lpstr>Stepping and breakpoints</vt:lpstr>
      <vt:lpstr>Exceptions and errors in Python</vt:lpstr>
      <vt:lpstr>Debugging Python – VS Code</vt:lpstr>
      <vt:lpstr>Remote development</vt:lpstr>
      <vt:lpstr>Remote development basics</vt:lpstr>
      <vt:lpstr>Making things easier with a config file</vt:lpstr>
      <vt:lpstr>How to do this in VS Code</vt:lpstr>
      <vt:lpstr>Questions and feedback</vt:lpstr>
      <vt:lpstr>Time for your questions!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&gt; Debugging()</dc:title>
  <dc:creator>Ladislav Hovan</dc:creator>
  <cp:lastModifiedBy>Ladislav Hovan</cp:lastModifiedBy>
  <cp:revision>14</cp:revision>
  <dcterms:created xsi:type="dcterms:W3CDTF">2022-11-04T08:38:43Z</dcterms:created>
  <dcterms:modified xsi:type="dcterms:W3CDTF">2025-12-10T21:21:13Z</dcterms:modified>
</cp:coreProperties>
</file>